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0817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12618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YEREL · GIZLI · SENIN KONTROLÜNDE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EDE8DF"/>
                </a:solidFill>
                <a:latin typeface="Segoe UI Light"/>
              </a:rPr>
              <a:t>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Semibold"/>
              </a:rPr>
              <a:t>Yapay Zeka Hafıza Kabuğu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DE8DF"/>
                </a:solidFill>
                <a:latin typeface="Segoe UI"/>
              </a:rPr>
              <a:t>Kendi bilgisayarında çalışan, seni hatırlayan bir “İkinci Beyin”.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Bulut yok, telemetri yok, veri dışarı çıkmaz — %100 çevrimdışı.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v3.1.0-beta</a:t>
            </a:r>
            <a:r>
              <a:rPr sz="1300" b="0">
                <a:solidFill>
                  <a:srgbClr val="9A9388"/>
                </a:solidFill>
                <a:latin typeface="Segoe UI"/>
              </a:rPr>
              <a:t>    ·    Buğra tarafından geliştirildi    ·    Yapay Zekanı Kontrol Et. Hafızana Sahip Çık.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GENEL BAKIŞ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Memo Nedir?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Sadece bir sohbet aracı değil — kalıcı hafızaya sahip, yerel çalışan kişisel bir yapay zeka platformu.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760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EDE8DF"/>
                </a:solidFill>
                <a:latin typeface="Segoe UI"/>
              </a:rPr>
              <a:t>Çoğu yapay zeka asistanı seni unutur. Her konuşma sıfırdan başlar ve </a:t>
            </a:r>
            <a:r>
              <a:rPr sz="1600" b="1">
                <a:solidFill>
                  <a:srgbClr val="C9A35B"/>
                </a:solidFill>
                <a:latin typeface="Segoe UI Semibold"/>
              </a:rPr>
              <a:t>verilerin bulut sunucularında işlenir.</a:t>
            </a:r>
          </a:p>
          <a:p>
            <a:pPr algn="l">
              <a:lnSpc>
                <a:spcPct val="118000"/>
              </a:lnSpc>
            </a:pPr>
            <a:r>
              <a:rPr sz="6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EDE8DF"/>
                </a:solidFill>
                <a:latin typeface="Segoe UI"/>
              </a:rPr>
              <a:t>Memo bu iki sorunu da çözer: konuşmalarını anlamsal olarak indeksleyip kalıcı bir hafızada saklar ve tüm işlemi kendi donanımında, çevrimdışı yürütür.</a:t>
            </a:r>
          </a:p>
          <a:p>
            <a:pPr algn="l">
              <a:lnSpc>
                <a:spcPct val="118000"/>
              </a:lnSpc>
            </a:pPr>
            <a:r>
              <a:rPr sz="6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Yerel modellerden bulut sağlayıcılara, ajan otomasyonundan çoklu-model orkestrasına kadar tek bir masaüstü uygulamasında toplanır.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286000"/>
            <a:ext cx="4480560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450592"/>
            <a:ext cx="64008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25420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İkinci Beyin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999232"/>
            <a:ext cx="397764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Her etkileşim vektörleştirilir ve kalıcı hafızaya yazılır.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493008"/>
            <a:ext cx="4480560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57600"/>
            <a:ext cx="64008" cy="7498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3749039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%100 Yerel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4206240"/>
            <a:ext cx="3977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İşlem kendi cihazında. Veri makineni terk etmez.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00016"/>
            <a:ext cx="4480560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864607"/>
            <a:ext cx="64008" cy="7498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4956048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Çok Yönlü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5413248"/>
            <a:ext cx="397764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Sohbet · Ajan · Orchestra · WhatsApp · Takvim.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MOTIVASYON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Neden Memo?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Bulut tabanlı asistanların iki temel sorununa yerel bir cevap.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C6B5A"/>
                </a:solidFill>
                <a:latin typeface="Segoe UI Semibold"/>
              </a:rPr>
              <a:t>SORUN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081527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2980944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Unutkanlık  </a:t>
            </a:r>
            <a:r>
              <a:rPr sz="1400" b="0">
                <a:solidFill>
                  <a:srgbClr val="9A9388"/>
                </a:solidFill>
                <a:latin typeface="Segoe UI"/>
              </a:rPr>
              <a:t>her oturum sıfırdan başlar, bağlam kaybolur.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758184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19" y="3657600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Gizlilik kaygısı  </a:t>
            </a:r>
            <a:r>
              <a:rPr sz="1400" b="0">
                <a:solidFill>
                  <a:srgbClr val="9A9388"/>
                </a:solidFill>
                <a:latin typeface="Segoe UI"/>
              </a:rPr>
              <a:t>verilerin uzak sunuculara gider.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434840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19" y="4334256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Bağımlılık  </a:t>
            </a:r>
            <a:r>
              <a:rPr sz="1400" b="0">
                <a:solidFill>
                  <a:srgbClr val="9A9388"/>
                </a:solidFill>
                <a:latin typeface="Segoe UI"/>
              </a:rPr>
              <a:t>internet ve abonelik zorunluluğu.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111496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19" y="5010912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Kapalı kutu  </a:t>
            </a:r>
            <a:r>
              <a:rPr sz="1400" b="0">
                <a:solidFill>
                  <a:srgbClr val="9A9388"/>
                </a:solidFill>
                <a:latin typeface="Segoe UI"/>
              </a:rPr>
              <a:t>modeli ve davranışı sen seçemezsin.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28600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MEMO'NUN ÇÖZÜMÜ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081527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980944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Kalıcı RAG hafızası  </a:t>
            </a:r>
            <a:r>
              <a:rPr sz="1400" b="0">
                <a:solidFill>
                  <a:srgbClr val="9A9388"/>
                </a:solidFill>
                <a:latin typeface="Segoe UI"/>
              </a:rPr>
              <a:t>haftalar önceki detayları hatırlar.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5818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657600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Çevrimdışı izolasyon  </a:t>
            </a:r>
            <a:r>
              <a:rPr sz="1400" b="0">
                <a:solidFill>
                  <a:srgbClr val="9A9388"/>
                </a:solidFill>
                <a:latin typeface="Segoe UI"/>
              </a:rPr>
              <a:t>veri diskten dışarı çıkmaz.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43484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334256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Yerel motor  </a:t>
            </a:r>
            <a:r>
              <a:rPr sz="1400" b="0">
                <a:solidFill>
                  <a:srgbClr val="9A9388"/>
                </a:solidFill>
                <a:latin typeface="Segoe UI"/>
              </a:rPr>
              <a:t>llama.cpp ile kendi donanımında.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511149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010912"/>
            <a:ext cx="42519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Tam kontrol  </a:t>
            </a:r>
            <a:r>
              <a:rPr sz="1400" b="0">
                <a:solidFill>
                  <a:srgbClr val="9A9388"/>
                </a:solidFill>
                <a:latin typeface="Segoe UI"/>
              </a:rPr>
              <a:t>model, kişilik ve hafıza senin elinde.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TEMEL ZEKA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Kalıcı Hafıza —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SQLite + sqlite-vec ile anlamsal indeksleme ve geri getirme destekli üretim.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414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40864"/>
            <a:ext cx="54406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Anlamsal indeksleme  </a:t>
            </a:r>
            <a:r>
              <a:rPr sz="1400" b="0">
                <a:solidFill>
                  <a:srgbClr val="9A9388"/>
                </a:solidFill>
                <a:latin typeface="Segoe UI"/>
              </a:rPr>
              <a:t>her etkileşim embedding'e çevrilip vektör DB'ye yazılır.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54406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Bağlamsal hatırlama  </a:t>
            </a:r>
            <a:r>
              <a:rPr sz="1400" b="0">
                <a:solidFill>
                  <a:srgbClr val="9A9388"/>
                </a:solidFill>
                <a:latin typeface="Segoe UI"/>
              </a:rPr>
              <a:t>her yanıttan önce en ilgili anılar (Top-K) getirilir.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5818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57600"/>
            <a:ext cx="54406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Sonsuz bağlam  </a:t>
            </a:r>
            <a:r>
              <a:rPr sz="1400" b="0">
                <a:solidFill>
                  <a:srgbClr val="9A9388"/>
                </a:solidFill>
                <a:latin typeface="Segoe UI"/>
              </a:rPr>
              <a:t>model penceresinden bağımsız uzun süreli hafıza.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1655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54406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ANN indeksi  </a:t>
            </a:r>
            <a:r>
              <a:rPr sz="1400" b="0">
                <a:solidFill>
                  <a:srgbClr val="9A9388"/>
                </a:solidFill>
                <a:latin typeface="Segoe UI"/>
              </a:rPr>
              <a:t>vec0 sanal tablosu ile O(log N) benzerlik araması.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74336"/>
            <a:ext cx="54406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ACID güvenliği  </a:t>
            </a:r>
            <a:r>
              <a:rPr sz="1400" b="0">
                <a:solidFill>
                  <a:srgbClr val="9A9388"/>
                </a:solidFill>
                <a:latin typeface="Segoe UI"/>
              </a:rPr>
              <a:t>atomik yazma — crash'te veri bozulmaz.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468880"/>
            <a:ext cx="4023360" cy="548640"/>
          </a:xfrm>
          <a:prstGeom prst="roundRect">
            <a:avLst>
              <a:gd name="adj" fmla="val 6000"/>
            </a:avLst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48716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A17"/>
                </a:solidFill>
                <a:latin typeface="Segoe UI Semibold"/>
              </a:rPr>
              <a:t>Mesaj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9992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255264"/>
            <a:ext cx="4023360" cy="54864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273552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785615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041648"/>
            <a:ext cx="4023360" cy="54864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059935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ANN Arama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5720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828032"/>
            <a:ext cx="4023360" cy="54864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84632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Top-K Anı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35838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614416"/>
            <a:ext cx="4023360" cy="548640"/>
          </a:xfrm>
          <a:prstGeom prst="roundRect">
            <a:avLst>
              <a:gd name="adj" fmla="val 6000"/>
            </a:avLst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632704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A17"/>
                </a:solidFill>
                <a:latin typeface="Segoe UI Semibold"/>
              </a:rPr>
              <a:t>LLM Yanıtı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64008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data/memory/memo.db — tek dosya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Flutter masaüstü istemcisi + başsız (headless) Go sunucusu, REST/SSE üzerinden konuşur.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20040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3200400" cy="5029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915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FRONTEND · Flutter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12724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026664"/>
            <a:ext cx="246887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Riverpod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9417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593592"/>
            <a:ext cx="246887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Dio HTTP + 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26110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246887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Linux · Windows · macOS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828032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246887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Sohbet / Model / Ayarlar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31720"/>
            <a:ext cx="704088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331720"/>
            <a:ext cx="704088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359152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BACKEND · Go  (:8090)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017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0040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Memory Store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(sqlite-vec)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3017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20040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Session Mgr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(JSON)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91272" y="3017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320040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Llama Server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Mgr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73768" y="3017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320040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Provider Router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(OpenAI…)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224528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40740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Agent Engine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(araçlar)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4224528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440740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Orchestra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(çoklu model)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91272" y="4224528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440740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Cloud Sync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(Drive)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73768" y="4224528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9488" y="440740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Model Store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(HF)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İletişim: HTTP/REST · JSON · token akışı için Server-Sent Events (SSE) · localhost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MODEL YÖNETIMI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Model Fabrikası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Hugging Face entegrasyonu ile model keşfi, indirme ve yaşam döngüsü — LM Studio benzeri deneyim.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06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64008" cy="1179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🔍 HF Araması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90672"/>
            <a:ext cx="2834639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Uygulama içinden Hugging Face GGUF modellerini ara, repo ID yapıştır, dosyaları anında listele.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37744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542032"/>
            <a:ext cx="64008" cy="1179576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🖥️ Sistem Teşhisi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90672"/>
            <a:ext cx="2834639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NVIDIA/AMD VRAM otomatik algılanır. Modeller indirmeden önce uyumluluk rozetiyle işaretlenir.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27264" y="23774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2542032"/>
            <a:ext cx="64008" cy="1179576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633472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⬇️ İndirme Yöneticisi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3090672"/>
            <a:ext cx="3063239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Paralel, yüzde ve hız takipli indirme. Tek tıkla Başlat / Durdur / Güncelle.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14800"/>
            <a:ext cx="10570464" cy="157276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v3.1 Yeni Model Mağazası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8006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19" y="4700016"/>
            <a:ext cx="48006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İki panelli düzen  </a:t>
            </a:r>
            <a:r>
              <a:rPr sz="1150" b="0">
                <a:solidFill>
                  <a:srgbClr val="9A9388"/>
                </a:solidFill>
                <a:latin typeface="Segoe UI"/>
              </a:rPr>
              <a:t>solda liste, sağda zengin detay görünümü.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2212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19" y="5120640"/>
            <a:ext cx="48006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Gerçek logolar  </a:t>
            </a:r>
            <a:r>
              <a:rPr sz="1150" b="0">
                <a:solidFill>
                  <a:srgbClr val="9A9388"/>
                </a:solidFill>
                <a:latin typeface="Segoe UI"/>
              </a:rPr>
              <a:t>Google, Qwen, Microsoft, nomic…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8006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700016"/>
            <a:ext cx="46177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Sade kalite etiketleri  </a:t>
            </a:r>
            <a:r>
              <a:rPr sz="1150" b="0">
                <a:solidFill>
                  <a:srgbClr val="9A9388"/>
                </a:solidFill>
                <a:latin typeface="Segoe UI"/>
              </a:rPr>
              <a:t>“Dengeli / Yüksek / En küçük”.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2212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120640"/>
            <a:ext cx="46177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Filtre &amp; yetenek  </a:t>
            </a:r>
            <a:r>
              <a:rPr sz="1150" b="0">
                <a:solidFill>
                  <a:srgbClr val="9A9388"/>
                </a:solidFill>
                <a:latin typeface="Segoe UI"/>
              </a:rPr>
              <a:t>boyut, 🔧 araç · 👁 görüntü · &lt;/&gt; kod.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ESNEKLIK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Harici Sağlayıcılar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Yerel modellerin yanında kendi API anahtarınla 7 bulut sağlayıcı — şifreli ve yedekli.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07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5237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GPT-4o, 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37744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51460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5237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2.0 Flash · 2.5 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37744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51460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5237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Anthropic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Sonnet 4 · Opus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237744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251460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25237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xAI Grok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Grok-2 /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42900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56616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5753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Groq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9319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Llama 4 · DeepSeek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02152" y="342900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2152" y="356616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5753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OpenRouter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9319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300+ model, tek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42900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566160"/>
            <a:ext cx="54864" cy="64008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5753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Ollama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9319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yerel alternatif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0536" y="342900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6" y="3575304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+ Canlı geçiş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/model ile yeniden başlatmadan değiştir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57200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73659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Akıllı Yedek Zinciri
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Sağlayıcılar öncelik sırasıyla denenir; 3 hatada otomatik devre dışı, sağlık kontrolüyle geri döner.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7200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73659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AES-256-GCM Şifreli Anahtar
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API anahtarları makineye özel anahtarla şifrelenir; log/config'de düz metin görünmez.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Ajan Modu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Memo bilgisayarında iş yapan bir yapay zeka ajanına dönüşür — sandbox ve izin sistemiyle güvenli.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414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40864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12+ yerleşik araç  </a:t>
            </a:r>
            <a:r>
              <a:rPr sz="1400" b="0">
                <a:solidFill>
                  <a:srgbClr val="9A9388"/>
                </a:solidFill>
                <a:latin typeface="Segoe UI"/>
              </a:rPr>
              <a:t>dosya oku/yaz/düzenle, komut çalıştır, ara, web.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3 tehlike seviyesi  </a:t>
            </a:r>
            <a:r>
              <a:rPr sz="1400" b="0">
                <a:solidFill>
                  <a:srgbClr val="9A9388"/>
                </a:solidFill>
                <a:latin typeface="Segoe UI"/>
              </a:rPr>
              <a:t>safe (otomatik) · medium · dangerous (onay).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5818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57600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6 izin politikası  </a:t>
            </a:r>
            <a:r>
              <a:rPr sz="1400" b="0">
                <a:solidFill>
                  <a:srgbClr val="9A9388"/>
                </a:solidFill>
                <a:latin typeface="Segoe UI"/>
              </a:rPr>
              <a:t>Once / Session / Forever — kalıcı saklanır.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1655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LLM ↔ Araç döngüsü  </a:t>
            </a:r>
            <a:r>
              <a:rPr sz="1400" b="0">
                <a:solidFill>
                  <a:srgbClr val="9A9388"/>
                </a:solidFill>
                <a:latin typeface="Segoe UI"/>
              </a:rPr>
              <a:t>max 20 iterasyon, araç başına 60sn üst sınır.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74336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Bağlam yayılımı  </a:t>
            </a:r>
            <a:r>
              <a:rPr sz="1400" b="0">
                <a:solidFill>
                  <a:srgbClr val="9A9388"/>
                </a:solidFill>
                <a:latin typeface="Segoe UI"/>
              </a:rPr>
              <a:t>iptalde çalışan araçlar anında durur.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331720"/>
            <a:ext cx="452628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331720"/>
            <a:ext cx="4526280" cy="502920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359152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C1A17"/>
                </a:solidFill>
                <a:latin typeface="Segoe UI Semibold"/>
              </a:rPr>
              <a:t>🛡️  Güvenlik Sandbox'ı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127248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026664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Path traversal koruması  </a:t>
            </a:r>
            <a:r>
              <a:rPr sz="1150" b="0">
                <a:solidFill>
                  <a:srgbClr val="9A9388"/>
                </a:solidFill>
                <a:latin typeface="Segoe UI"/>
              </a:rPr>
              <a:t>symlink çözümleme, .. engelleme.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694176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593592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Komut kara listesi  </a:t>
            </a:r>
            <a:r>
              <a:rPr sz="1150" b="0">
                <a:solidFill>
                  <a:srgbClr val="9A9388"/>
                </a:solidFill>
                <a:latin typeface="Segoe UI"/>
              </a:rPr>
              <a:t>rm -rf /, sudo, fork bomb… 23 pattern.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261104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160520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Rate limiting  </a:t>
            </a:r>
            <a:r>
              <a:rPr sz="1150" b="0">
                <a:solidFill>
                  <a:srgbClr val="9A9388"/>
                </a:solidFill>
                <a:latin typeface="Segoe UI"/>
              </a:rPr>
              <a:t>30 çağrı/dk, komut başına 5sn bekleme.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4828032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727448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Denetim günlüğü  </a:t>
            </a:r>
            <a:r>
              <a:rPr sz="1150" b="0">
                <a:solidFill>
                  <a:srgbClr val="9A9388"/>
                </a:solidFill>
                <a:latin typeface="Segoe UI"/>
              </a:rPr>
              <a:t>son 1000 araç çalıştırması kayıt altında.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ÇOKLU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Orchestra Modu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Birden çok model bir ekip gibi çalışır: şef planlar, uzmanlar paralel çalışır, sonuç sentezlenir.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09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3383280" cy="640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87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1 · Şef Planlar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26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İstek analiz edilip alt görevlere bölünür.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651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3317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331720"/>
            <a:ext cx="3383280" cy="640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487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4AB"/>
                </a:solidFill>
                <a:latin typeface="Segoe UI Semibold"/>
              </a:rPr>
              <a:t>2 · Uzmanlar Yürütür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926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Görevler paralel modellere dağıtılır.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2651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3317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331720"/>
            <a:ext cx="3383280" cy="640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87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894B"/>
                </a:solidFill>
                <a:latin typeface="Segoe UI Semibold"/>
              </a:rPr>
              <a:t>3 · Sentez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26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Şef tüm çıktıları tek yanıtta birleştirir.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840480"/>
            <a:ext cx="10570464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Yerleşik Uzman Rolleri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48970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3982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Planner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mimari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48970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3982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Frontend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970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3982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Backend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448970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3982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Bug Fixer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hata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056631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965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Reviewer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kalite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056631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4965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Security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güvenlik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056631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965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DevOps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altyapı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5056631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965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General </a:t>
            </a:r>
            <a:r>
              <a:rPr sz="1150" b="0">
                <a:solidFill>
                  <a:srgbClr val="9A9388"/>
                </a:solidFill>
                <a:latin typeface="Segoe UI"/>
              </a:rPr>
              <a:t>· yedek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DUYULAR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Çoklu Modalite &amp;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Memo sadece okumaz; görür, dinler ve gerektiğinde web'e bakar.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37560" cy="16916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64008" cy="136245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👁️ Görsel Destek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90672"/>
            <a:ext cx="2834639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Görselleri sürükle-bırak ile analiz et. Llava/Moondream ile yerel Base64 işleme.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377440"/>
            <a:ext cx="3337560" cy="16916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542032"/>
            <a:ext cx="64008" cy="1362456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🎙️ Sesli Giriş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90672"/>
            <a:ext cx="2834639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whisper.cpp ile cihaz-üstü transkripsiyon. Otomatik dil algılama, basılı-tut kaydet.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27264" y="23774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2542032"/>
            <a:ext cx="64008" cy="1362456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633472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📄 Dosya Bağlamı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3090672"/>
            <a:ext cx="3063239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Kod (.go/.js/.py) ve doküman (.md/.txt) ekleyerek anlık devasa bağlam kazandır.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0570464" cy="13716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4AB"/>
                </a:solidFill>
                <a:latin typeface="Segoe UI Semibold"/>
              </a:rPr>
              <a:t>🌐 Sıfır Kurulumlu Web Araması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API anahtarı veya hesap gerektirmez — DuckDuckGo HTML arayüzünü doğrudan kullanır. 🌐 düğmesiyle açılan bir mod; açıkken her mesaj güncel web sonuçlarıyla zenginleşir. Dilden bağımsız çalışır, sorgu dışında hiçbir veri çıkmaz.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PROAKTIFLIK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Öğrenme &amp; Takvim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Memo ne söylediğini anlar, planlarını yakalar ve zamanı gelince hatırlatır.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414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40864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Niyet çıkarımı  </a:t>
            </a:r>
            <a:r>
              <a:rPr sz="1400" b="0">
                <a:solidFill>
                  <a:srgbClr val="9A9388"/>
                </a:solidFill>
                <a:latin typeface="Segoe UI"/>
              </a:rPr>
              <a:t>“yarın 11'de halısaha” → otomatik etkinlik.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İki aşamalı işleme  </a:t>
            </a:r>
            <a:r>
              <a:rPr sz="1400" b="0">
                <a:solidFill>
                  <a:srgbClr val="9A9388"/>
                </a:solidFill>
                <a:latin typeface="Segoe UI"/>
              </a:rPr>
              <a:t>önce anahtar kelime filtresi, sonra LLM.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5818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57600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Gizlilik öncelikli  </a:t>
            </a:r>
            <a:r>
              <a:rPr sz="1400" b="0">
                <a:solidFill>
                  <a:srgbClr val="9A9388"/>
                </a:solidFill>
                <a:latin typeface="Segoe UI"/>
              </a:rPr>
              <a:t>ham metin saklanmaz, yalnızca kısa özet.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1655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Sohbet + WhatsApp  </a:t>
            </a:r>
            <a:r>
              <a:rPr sz="1400" b="0">
                <a:solidFill>
                  <a:srgbClr val="9A9388"/>
                </a:solidFill>
                <a:latin typeface="Segoe UI"/>
              </a:rPr>
              <a:t>her iki kanaldan da öğrenir.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74336"/>
            <a:ext cx="5349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Tek model modu  </a:t>
            </a:r>
            <a:r>
              <a:rPr sz="1400" b="0">
                <a:solidFill>
                  <a:srgbClr val="9A9388"/>
                </a:solidFill>
                <a:latin typeface="Segoe UI"/>
              </a:rPr>
              <a:t>Orchestra yerine tek modelle de çalışır.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331720"/>
            <a:ext cx="452628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331720"/>
            <a:ext cx="452628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359152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C1A17"/>
                </a:solidFill>
                <a:latin typeface="Segoe UI Semibold"/>
              </a:rPr>
              <a:t>📅  Takvim Sistemi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1272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026664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Otomatik ekleme  </a:t>
            </a:r>
            <a:r>
              <a:rPr sz="1150" b="0">
                <a:solidFill>
                  <a:srgbClr val="9A9388"/>
                </a:solidFill>
                <a:latin typeface="Segoe UI"/>
              </a:rPr>
              <a:t>konuşmadan tespit edilen planlar.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69417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593592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Hatırlatmalar  </a:t>
            </a:r>
            <a:r>
              <a:rPr sz="1150" b="0">
                <a:solidFill>
                  <a:srgbClr val="9A9388"/>
                </a:solidFill>
                <a:latin typeface="Segoe UI"/>
              </a:rPr>
              <a:t>10dk – 2sa öncesi telefona bildirim.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26110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160520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Mobil sekme  </a:t>
            </a:r>
            <a:r>
              <a:rPr sz="1150" b="0">
                <a:solidFill>
                  <a:srgbClr val="9A9388"/>
                </a:solidFill>
                <a:latin typeface="Segoe UI"/>
              </a:rPr>
              <a:t>aylık ızgara, gün detayı, manuel ekleme.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4828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727448"/>
            <a:ext cx="37947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SQLite deposu  </a:t>
            </a:r>
            <a:r>
              <a:rPr sz="1150" b="0">
                <a:solidFill>
                  <a:srgbClr val="9A9388"/>
                </a:solidFill>
                <a:latin typeface="Segoe UI"/>
              </a:rPr>
              <a:t>internal/calendar paketi, hatırlatma döngüsü.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BAĞLANABILIRLIK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WhatsApp · Mobil · Uzaktan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Memo'yu her yerden kullan; yapay zeka masaüstünde kalır, sen telefondan eriş.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12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64008" cy="2871216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💬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90672"/>
            <a:ext cx="2834639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2724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19" y="302666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QR ile eşleştirme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63016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19" y="352958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Oku, yanıtla, özetle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13308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19" y="403250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Profil foto &amp; grup adı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3600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19" y="453542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Otomatik yeniden bağlanma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13892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19" y="503834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Özel WhatsApp modu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237744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5112" y="2542032"/>
            <a:ext cx="64008" cy="287121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📱 Mobil Uygulama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090672"/>
            <a:ext cx="2834639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31272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302666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Android &amp; 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9432" y="36301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352958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Wi-Fi veya tünel bağlantı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9432" y="41330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9472" y="403250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İsteğe bağlı erişim jetonu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9432" y="463600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453542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Takvim sekmesi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9432" y="513892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5038344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İşlem masaüstünde kalır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27264" y="237744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27264" y="2542032"/>
            <a:ext cx="64008" cy="2871216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2" y="2633472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🌍 Uzaktan Erişim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2" y="3090672"/>
            <a:ext cx="3063239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8101583" y="31272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3026664"/>
            <a:ext cx="26974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ngrok tünel (tek tık)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01583" y="363016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3529584"/>
            <a:ext cx="26974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Yerleşik Tailscale tsnet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1583" y="413308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21624" y="4032504"/>
            <a:ext cx="26974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Tailscale Funnel + TLS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01583" y="463600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21624" y="4535424"/>
            <a:ext cx="26974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LAN erişimi (0.0.0.0)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01583" y="513892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21624" y="5038344"/>
            <a:ext cx="26974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Otomatik CORS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KIŞILIK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Stokastik Duygu Motoru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Memo'nun her konuşmada canlı tutulan, kalıcı bir duygusal durumu var.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13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E</a:t>
            </a:r>
            <a:r>
              <a:rPr sz="1100" b="1">
                <a:solidFill>
                  <a:srgbClr val="C9A35B"/>
                </a:solidFill>
                <a:latin typeface="Segoe UI"/>
              </a:rPr>
              <a:t>yeni</a:t>
            </a:r>
            <a:r>
              <a:rPr sz="1500" b="0">
                <a:solidFill>
                  <a:srgbClr val="EDE8DF"/>
                </a:solidFill>
                <a:latin typeface="Segoe UI"/>
              </a:rPr>
              <a:t> = clamp(α·E</a:t>
            </a:r>
            <a:r>
              <a:rPr sz="1100" b="0">
                <a:solidFill>
                  <a:srgbClr val="9A9388"/>
                </a:solidFill>
                <a:latin typeface="Segoe UI"/>
              </a:rPr>
              <a:t>mevcut</a:t>
            </a:r>
            <a:r>
              <a:rPr sz="1500" b="0">
                <a:solidFill>
                  <a:srgbClr val="EDE8DF"/>
                </a:solidFill>
                <a:latin typeface="Segoe UI"/>
              </a:rPr>
              <a:t> + β·I</a:t>
            </a:r>
            <a:r>
              <a:rPr sz="1100" b="0">
                <a:solidFill>
                  <a:srgbClr val="9A9388"/>
                </a:solidFill>
                <a:latin typeface="Segoe UI"/>
              </a:rPr>
              <a:t>anlık</a:t>
            </a:r>
            <a:r>
              <a:rPr sz="1500" b="0">
                <a:solidFill>
                  <a:srgbClr val="EDE8DF"/>
                </a:solidFill>
                <a:latin typeface="Segoe UI"/>
              </a:rPr>
              <a:t> + P(X), −10, +10)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3580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35224"/>
            <a:ext cx="54406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Asenkron skorlama  </a:t>
            </a:r>
            <a:r>
              <a:rPr sz="1400" b="0">
                <a:solidFill>
                  <a:srgbClr val="9A9388"/>
                </a:solidFill>
                <a:latin typeface="Segoe UI"/>
              </a:rPr>
              <a:t>yanıt anında gelir, duygu arka planda güncellenir.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393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38728"/>
            <a:ext cx="54406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Uyarlanabilir gürültü  </a:t>
            </a:r>
            <a:r>
              <a:rPr sz="1400" b="0">
                <a:solidFill>
                  <a:srgbClr val="9A9388"/>
                </a:solidFill>
                <a:latin typeface="Segoe UI"/>
              </a:rPr>
              <a:t>“şizofrenik bot” sorununu önler.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42232"/>
            <a:ext cx="54406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Kalıcı durum  </a:t>
            </a:r>
            <a:r>
              <a:rPr sz="1400" b="0">
                <a:solidFill>
                  <a:srgbClr val="9A9388"/>
                </a:solidFill>
                <a:latin typeface="Segoe UI"/>
              </a:rPr>
              <a:t>SQLite WAL'de saklanır, kapanışta kaybolmaz.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463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45736"/>
            <a:ext cx="54406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EDE8DF"/>
                </a:solidFill>
                <a:latin typeface="Segoe UI Semibold"/>
              </a:rPr>
              <a:t>Opt-in Öz-Çıkar Protokolü  </a:t>
            </a:r>
            <a:r>
              <a:rPr sz="1400" b="0">
                <a:solidFill>
                  <a:srgbClr val="9A9388"/>
                </a:solidFill>
                <a:latin typeface="Segoe UI"/>
              </a:rPr>
              <a:t>varsayılan kapalı, yasal onay diyaloğu.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Davranış Etiketleri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724912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816352"/>
            <a:ext cx="73152" cy="274320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7797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Breaking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797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≤ −9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246120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337560"/>
            <a:ext cx="73152" cy="274320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3009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Furious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3009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−9..−7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767328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3858768"/>
            <a:ext cx="73152" cy="27432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8221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Irritated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822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B8894B"/>
                </a:solidFill>
                <a:latin typeface="Segoe UI"/>
              </a:rPr>
              <a:t>−7..−3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288536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379976"/>
            <a:ext cx="73152" cy="274320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4343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Neutral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434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"/>
              </a:rPr>
              <a:t>−3..+2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809744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901184"/>
            <a:ext cx="73152" cy="2743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4864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Warm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8646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+2..+6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5330952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5422392"/>
            <a:ext cx="73152" cy="2743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53858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Elated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858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&gt; +6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766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5303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GÜVEN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8DF"/>
                </a:solidFill>
                <a:latin typeface="Segoe UI Semibold"/>
              </a:rPr>
              <a:t>Gizlilik &amp; 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Tasarım gereği yerel: zihnin kendi donanımında kalır.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89320"/>
            <a:ext cx="10543032" cy="16459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100" b="0">
                <a:solidFill>
                  <a:srgbClr val="9A9388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64008" cy="1225295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🔒 %100 Çevrimdışı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90672"/>
            <a:ext cx="28346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Telemetri yok, log gönderimi yok, bulut bağımlılığı yok. Veri makineni terk etmez.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37744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542032"/>
            <a:ext cx="64008" cy="1225295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33472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🕶️ Gizli Mod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90672"/>
            <a:ext cx="28346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Oturum kaydı ve hafıza yazımı kapalı. Bağlam yalnızca o oturumda yaşar.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27264" y="237744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2542032"/>
            <a:ext cx="64008" cy="1225295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633472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🔑 Şifreli Anahtarlar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3090672"/>
            <a:ext cx="30632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API anahtarları AES-256-GCM ile, makineye özel anahtarla şifrelenir.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60520"/>
            <a:ext cx="10570464" cy="15087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☁️ Bulut Senkronizasyonu — Uçtan Uca Şifreli (opsiyonel)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83717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19" y="4736592"/>
            <a:ext cx="48006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PBKDF2 + AES-256-GCM  </a:t>
            </a:r>
            <a:r>
              <a:rPr sz="1150" b="0">
                <a:solidFill>
                  <a:srgbClr val="9A9388"/>
                </a:solidFill>
                <a:latin typeface="Segoe UI"/>
              </a:rPr>
              <a:t>600.000 yineleme; Google okuyamaz.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2578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19" y="5157216"/>
            <a:ext cx="48006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Otomatik senkron  </a:t>
            </a:r>
            <a:r>
              <a:rPr sz="1150" b="0">
                <a:solidFill>
                  <a:srgbClr val="9A9388"/>
                </a:solidFill>
                <a:latin typeface="Segoe UI"/>
              </a:rPr>
              <a:t>her N mesajda Google Drive yedeği.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83717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736592"/>
            <a:ext cx="46177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Çoklu cihaz  </a:t>
            </a:r>
            <a:r>
              <a:rPr sz="1150" b="0">
                <a:solidFill>
                  <a:srgbClr val="9A9388"/>
                </a:solidFill>
                <a:latin typeface="Segoe UI"/>
              </a:rPr>
              <a:t>aynı parolayla hafıza ve oturum paylaşımı.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2578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157216"/>
            <a:ext cx="46177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.memo yedeği  </a:t>
            </a:r>
            <a:r>
              <a:rPr sz="1150" b="0">
                <a:solidFill>
                  <a:srgbClr val="9A9388"/>
                </a:solidFill>
                <a:latin typeface="Segoe UI"/>
              </a:rPr>
              <a:t>her şeyi tek dosyada dışa/içe aktar.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133856"/>
            <a:ext cx="457200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9875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YOL HARITASI &amp; ÖZET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DE8DF"/>
                </a:solidFill>
                <a:latin typeface="Segoe UI Light"/>
              </a:rPr>
              <a:t>Yapay Zekanı Kontrol Et.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35B"/>
                </a:solidFill>
                <a:latin typeface="Segoe UI Semibold"/>
              </a:rPr>
              <a:t>Hafızana Sahip Çık.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109728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v3.1-beta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Mevcut · production hazırlığı, 100+ tester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142232"/>
            <a:ext cx="109728" cy="5029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965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v4.0.0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439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Arayüz yenileme, eksik sekmeler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855464"/>
            <a:ext cx="109728" cy="502920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8097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DE8DF"/>
                </a:solidFill>
                <a:latin typeface="Segoe UI Semibold"/>
              </a:rPr>
              <a:t>v5.0.0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5721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Eklentiler, mobil, bilgi grafiği, otonomi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github.com/BugraAkdemir/memo</a:t>
            </a:r>
            <a:r>
              <a:rPr sz="1300" b="0">
                <a:solidFill>
                  <a:srgbClr val="9A9388"/>
                </a:solidFill>
                <a:latin typeface="Segoe UI"/>
              </a:rPr>
              <a:t>     ·     Buğra tarafından geliştirildi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